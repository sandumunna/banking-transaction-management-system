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7365D"/>
                </a:solidFill>
              </a:defRPr>
            </a:pPr>
            <a:r>
              <a:t>PROJECT REVIEW</a:t>
            </a:r>
          </a:p>
          <a:p>
            <a:pPr>
              <a:spcBef>
                <a:spcPts val="1000"/>
              </a:spcBef>
              <a:defRPr sz="2700" b="1">
                <a:solidFill>
                  <a:srgbClr val="00858F"/>
                </a:solidFill>
              </a:defRPr>
            </a:pPr>
            <a:r>
              <a:t>Banking Transaction Management System</a:t>
            </a:r>
          </a:p>
          <a:p>
            <a:pPr>
              <a:spcBef>
                <a:spcPts val="1000"/>
              </a:spcBef>
              <a:defRPr sz="1700" b="0">
                <a:solidFill>
                  <a:srgbClr val="263238"/>
                </a:solidFill>
              </a:defRPr>
            </a:pPr>
            <a:r>
              <a:t>Java / SQL  |  Java, Spring Boot, Spring Data JPA, MySQL, REST API, Maven, Postman</a:t>
            </a:r>
          </a:p>
          <a:p>
            <a:pPr>
              <a:spcBef>
                <a:spcPts val="1000"/>
              </a:spcBef>
              <a:defRPr sz="2100" b="1">
                <a:solidFill>
                  <a:srgbClr val="263238"/>
                </a:solidFill>
              </a:defRPr>
            </a:pPr>
            <a:r>
              <a:t>Manoj S  |  VIT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Banking Transaction Management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52760" cy="4389120"/>
          </a:xfrm>
          <a:prstGeom prst="roundRect">
            <a:avLst/>
          </a:prstGeom>
          <a:solidFill>
            <a:srgbClr val="F0F6FA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/>
          <a:lstStyle/>
          <a:p>
            <a:pPr algn="ctr">
              <a:defRPr sz="2300" b="1">
                <a:solidFill>
                  <a:srgbClr val="00858F"/>
                </a:solidFill>
              </a:defRPr>
            </a:pPr>
            <a:r>
              <a:t>Abstract</a:t>
            </a:r>
          </a:p>
          <a:p>
            <a:pPr>
              <a:spcBef>
                <a:spcPts val="1400"/>
              </a:spcBef>
              <a:defRPr sz="2000">
                <a:solidFill>
                  <a:srgbClr val="263238"/>
                </a:solidFill>
              </a:defRPr>
            </a:pPr>
            <a:r>
              <a:t>A banking backend application that manages users, accounts and financial transactions such as deposits, withdrawals and transfers. The system focuses on safe transaction processing and database consistency.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Banking Transaction Management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52760" cy="4389120"/>
          </a:xfrm>
          <a:prstGeom prst="roundRect">
            <a:avLst/>
          </a:prstGeom>
          <a:solidFill>
            <a:srgbClr val="F0F6FA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/>
          <a:lstStyle/>
          <a:p>
            <a:pPr algn="ctr">
              <a:defRPr sz="2300" b="1">
                <a:solidFill>
                  <a:srgbClr val="00858F"/>
                </a:solidFill>
              </a:defRPr>
            </a:pPr>
            <a:r>
              <a:t>Introduction</a:t>
            </a:r>
          </a:p>
          <a:p>
            <a:pPr>
              <a:spcBef>
                <a:spcPts val="1400"/>
              </a:spcBef>
              <a:defRPr sz="2000">
                <a:solidFill>
                  <a:srgbClr val="263238"/>
                </a:solidFill>
              </a:defRPr>
            </a:pPr>
            <a:r>
              <a:t>Banking systems must process financial operations accurately even when multiple requests happen at the same time. A backend application with transactional database operations helps maintain correct account balances.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Banking Transaction Management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52760" cy="4389120"/>
          </a:xfrm>
          <a:prstGeom prst="roundRect">
            <a:avLst/>
          </a:prstGeom>
          <a:solidFill>
            <a:srgbClr val="F0F6FA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/>
          <a:lstStyle/>
          <a:p>
            <a:pPr algn="ctr">
              <a:defRPr sz="2300" b="1">
                <a:solidFill>
                  <a:srgbClr val="00858F"/>
                </a:solidFill>
              </a:defRPr>
            </a:pPr>
            <a:r>
              <a:t>Problem Statement</a:t>
            </a:r>
          </a:p>
          <a:p>
            <a:pPr>
              <a:spcBef>
                <a:spcPts val="1400"/>
              </a:spcBef>
              <a:defRPr sz="2000">
                <a:solidFill>
                  <a:srgbClr val="263238"/>
                </a:solidFill>
              </a:defRPr>
            </a:pPr>
            <a:r>
              <a:t>Concurrent transactions can cause race conditions, incorrect balances or partial updates if operations are not handled atomically.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Banking Transaction Management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52760" cy="4389120"/>
          </a:xfrm>
          <a:prstGeom prst="roundRect">
            <a:avLst/>
          </a:prstGeom>
          <a:solidFill>
            <a:srgbClr val="F0F6FA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/>
          <a:lstStyle/>
          <a:p>
            <a:pPr algn="ctr">
              <a:defRPr sz="2300" b="1">
                <a:solidFill>
                  <a:srgbClr val="00858F"/>
                </a:solidFill>
              </a:defRPr>
            </a:pPr>
            <a:r>
              <a:t>Solution for the Problem Statement</a:t>
            </a:r>
          </a:p>
          <a:p>
            <a:pPr>
              <a:spcBef>
                <a:spcPts val="1400"/>
              </a:spcBef>
              <a:defRPr sz="2000">
                <a:solidFill>
                  <a:srgbClr val="263238"/>
                </a:solidFill>
              </a:defRPr>
            </a:pPr>
            <a:r>
              <a:t>The system uses Java and Spring Boot REST APIs with Spring Data JPA and MySQL. Transactional processing ensures related database operations succeed or fail together. Concurrency control and account-level locking help protect balances during simultaneous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Banking Transaction Management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52760" cy="4389120"/>
          </a:xfrm>
          <a:prstGeom prst="roundRect">
            <a:avLst/>
          </a:prstGeom>
          <a:solidFill>
            <a:srgbClr val="F0F6FA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/>
          <a:lstStyle/>
          <a:p>
            <a:pPr algn="ctr">
              <a:defRPr sz="2300" b="1">
                <a:solidFill>
                  <a:srgbClr val="00858F"/>
                </a:solidFill>
              </a:defRPr>
            </a:pPr>
            <a:r>
              <a:t>Conclusion</a:t>
            </a:r>
          </a:p>
          <a:p>
            <a:pPr>
              <a:spcBef>
                <a:spcPts val="1400"/>
              </a:spcBef>
              <a:defRPr sz="2000">
                <a:solidFill>
                  <a:srgbClr val="263238"/>
                </a:solidFill>
              </a:defRPr>
            </a:pPr>
            <a:r>
              <a:t>The project demonstrates important backend concepts such as REST APIs, SQL database design, JPA relationships, transactions, concurrency control, validation and exception handling.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858F"/>
                </a:solidFill>
              </a:defRPr>
            </a:pPr>
            <a:r>
              <a:t>Java, Spring Boot, Spring Data JPA, MySQL, REST API, Maven, Postman</a:t>
            </a:r>
          </a:p>
          <a:p>
            <a:pPr>
              <a:defRPr sz="2000">
                <a:solidFill>
                  <a:srgbClr val="263238"/>
                </a:solidFill>
              </a:defRPr>
            </a:pPr>
            <a:r>
              <a:t>Project: Banking Transaction Management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7365D"/>
                </a:solidFill>
              </a:defRPr>
            </a:pPr>
            <a:r>
              <a:t>THANK YOU</a:t>
            </a:r>
          </a:p>
          <a:p>
            <a:pPr>
              <a:defRPr sz="2400">
                <a:solidFill>
                  <a:srgbClr val="00858F"/>
                </a:solidFill>
              </a:defRPr>
            </a:pPr>
            <a:r>
              <a:t>Manoj S | VIT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